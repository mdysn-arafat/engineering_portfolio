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77BA-22BE-18F0-5640-00EDA1598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87098B-64B3-4EBE-5010-D0309FF5B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147D4-1E6B-19CA-24C0-1487C7A40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71E08-14E9-49AE-9530-CC17A74DD79E}" type="datetimeFigureOut">
              <a:rPr lang="en-US" smtClean="0"/>
              <a:t>2024-09-22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236B6-B1DF-F710-E0ED-79F8FE520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316E1-73FA-FA70-2998-202299985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DF6E-8275-4B17-B52B-00036C849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47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C4EAD-CD4C-11C4-A462-3FFDA76A1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F9263-58CD-4992-4D62-6CC18DE26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1C767-CD04-DA43-57CA-0529B8F69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71E08-14E9-49AE-9530-CC17A74DD79E}" type="datetimeFigureOut">
              <a:rPr lang="en-US" smtClean="0"/>
              <a:t>2024-09-22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181C9-A324-FA34-C03E-F4F20C379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EEBC3-A171-81B6-6F3A-E695FB3E7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DF6E-8275-4B17-B52B-00036C849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48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061F9-83C9-F450-7332-B992DA783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9D846-5698-BCCC-6E96-465804970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C178A-D9C1-26DF-FD36-F7BE553F2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71E08-14E9-49AE-9530-CC17A74DD79E}" type="datetimeFigureOut">
              <a:rPr lang="en-US" smtClean="0"/>
              <a:t>2024-09-22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23656-0A32-EF7F-6DF6-C6FC34193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BF215-66E2-3848-8F17-251359DEF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DF6E-8275-4B17-B52B-00036C849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47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E14BF-DE6A-2027-8F54-B5B8914FF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42344-A739-60F0-7673-D548CA1EA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91E2A-AFD8-4499-D77E-1D294D910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25832-2B58-4F23-904F-A206895A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71E08-14E9-49AE-9530-CC17A74DD79E}" type="datetimeFigureOut">
              <a:rPr lang="en-US" smtClean="0"/>
              <a:t>2024-09-22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52491-3C0D-47DF-C378-95C47BEE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C91AB-4924-1BEE-D2A4-3B035B67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DF6E-8275-4B17-B52B-00036C849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3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974D6-542B-356D-539C-CC04FAF62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D1321-FD1B-5DC5-74EC-03D764D84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37A20-EBF1-F04B-1F28-1E6EF0B62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FA6EE-ABC5-A63C-F1D3-8C1EBAAEE9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70AE84-4A63-8B7C-48CF-F6D07A03DB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5F668-29EC-5EE5-741E-A80E2B2D6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71E08-14E9-49AE-9530-CC17A74DD79E}" type="datetimeFigureOut">
              <a:rPr lang="en-US" smtClean="0"/>
              <a:t>2024-09-22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7438D3-892A-D81C-D8E1-731345648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A73D53-56D9-E080-35EE-D3D99BA5A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DF6E-8275-4B17-B52B-00036C849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32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207C1-F010-F188-43F9-49D10E5BA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0B1A2-DE22-11CD-C7E0-4E5083DE8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71E08-14E9-49AE-9530-CC17A74DD79E}" type="datetimeFigureOut">
              <a:rPr lang="en-US" smtClean="0"/>
              <a:t>2024-09-22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849531-201D-0911-445D-9C7068178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8F0423-4150-0DCD-F1AB-B36AFC2C2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DF6E-8275-4B17-B52B-00036C849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2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4F46C6-6A89-60F1-8670-55921EE27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71E08-14E9-49AE-9530-CC17A74DD79E}" type="datetimeFigureOut">
              <a:rPr lang="en-US" smtClean="0"/>
              <a:t>2024-09-22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2A15B2-7C4D-B758-4195-0BED2F7B5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01C85-BE88-4F1A-3A1C-CBDFC6AEC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DF6E-8275-4B17-B52B-00036C849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221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B5F9B-B065-6145-B874-5959D69BC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4651D-1277-4308-06E2-7CFA3F0E3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5BAAEB-D399-966F-19E1-F90927337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F9E44-1772-27DA-6BF0-174896DD0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71E08-14E9-49AE-9530-CC17A74DD79E}" type="datetimeFigureOut">
              <a:rPr lang="en-US" smtClean="0"/>
              <a:t>2024-09-22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3441F0-0A09-9322-8760-2AB78B749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03990-2E5F-7468-3BC9-3E8A779FC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DF6E-8275-4B17-B52B-00036C849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75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423CE-FF58-368E-CAC7-8E07E7361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91E09B-0E29-8BEE-9C14-53773CFB13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7AF71-2D1D-8AC3-573F-6D0FB83F33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3E409-6F2E-34B8-C4BC-87AC1274E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71E08-14E9-49AE-9530-CC17A74DD79E}" type="datetimeFigureOut">
              <a:rPr lang="en-US" smtClean="0"/>
              <a:t>2024-09-22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628CF-8BE1-6074-7AE8-1EBCE7AB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126FF-54FF-87AD-C104-8A71AA395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DF6E-8275-4B17-B52B-00036C849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73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F1789-D68F-5B63-B424-4FD202E2E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864D5D-21BD-0461-5F82-4C91CDEC2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B6E37-603C-DF3A-3DA3-E86E2111C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71E08-14E9-49AE-9530-CC17A74DD79E}" type="datetimeFigureOut">
              <a:rPr lang="en-US" smtClean="0"/>
              <a:t>2024-09-22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25E25-D4BE-6D6F-9765-75C07C5FB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17EDD-9EFC-5961-1BC6-7EA4F483E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DF6E-8275-4B17-B52B-00036C849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300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10E793-236E-2475-21FF-0979E79373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D11AD-016C-88EF-3F2D-C6572826C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A7F4E-09A7-1DE5-8FC5-862C37DA6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71E08-14E9-49AE-9530-CC17A74DD79E}" type="datetimeFigureOut">
              <a:rPr lang="en-US" smtClean="0"/>
              <a:t>2024-09-22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FD171-0E0D-4306-BA13-BC964D730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7825E-5B9D-6159-20D4-3CA671E83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EDF6E-8275-4B17-B52B-00036C849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527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E6FC23-9517-05E7-6932-10ABFECDA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35C32-14F2-1C31-3C51-6789FAC6E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1C3CA-4FA9-7B90-511A-1576BDB8C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71E08-14E9-49AE-9530-CC17A74DD79E}" type="datetimeFigureOut">
              <a:rPr lang="en-US" smtClean="0"/>
              <a:t>2024-09-22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70215-876A-10D2-8459-57448D326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C2313-6934-C418-E49E-425F2F6EC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EDF6E-8275-4B17-B52B-00036C849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6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7D109-C07D-5092-1749-09DFBFCDFA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Beam Model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1768A-0542-E335-06E4-4353720B08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Md. Yasin Arafat</a:t>
            </a:r>
          </a:p>
        </p:txBody>
      </p:sp>
    </p:spTree>
    <p:extLst>
      <p:ext uri="{BB962C8B-B14F-4D97-AF65-F5344CB8AC3E}">
        <p14:creationId xmlns:p14="http://schemas.microsoft.com/office/powerpoint/2010/main" val="1234396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C8916-2B93-DB34-AAA1-3E28255A8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Model Development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29E635-88E2-3C46-9508-C7FFCF0BA7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949" y="1825625"/>
            <a:ext cx="8160101" cy="4351338"/>
          </a:xfrm>
        </p:spPr>
      </p:pic>
    </p:spTree>
    <p:extLst>
      <p:ext uri="{BB962C8B-B14F-4D97-AF65-F5344CB8AC3E}">
        <p14:creationId xmlns:p14="http://schemas.microsoft.com/office/powerpoint/2010/main" val="1201380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576C4-CEB0-F94D-0080-F681C7DFB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point mass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E64917-98C7-67EB-503A-FF2B18DA2E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1960"/>
            <a:ext cx="10515600" cy="4278668"/>
          </a:xfrm>
        </p:spPr>
      </p:pic>
    </p:spTree>
    <p:extLst>
      <p:ext uri="{BB962C8B-B14F-4D97-AF65-F5344CB8AC3E}">
        <p14:creationId xmlns:p14="http://schemas.microsoft.com/office/powerpoint/2010/main" val="3195038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C4D5A-0497-DDB3-F02D-D0A0F2DF9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load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40101D-00B1-0781-02C9-4B321B2E21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1960"/>
            <a:ext cx="10515600" cy="4278668"/>
          </a:xfrm>
        </p:spPr>
      </p:pic>
    </p:spTree>
    <p:extLst>
      <p:ext uri="{BB962C8B-B14F-4D97-AF65-F5344CB8AC3E}">
        <p14:creationId xmlns:p14="http://schemas.microsoft.com/office/powerpoint/2010/main" val="3484532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D5158-DC93-4214-2DE4-037DE03B7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976D2-0E31-A0A7-1656-24003BF9A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Free-Free</a:t>
            </a:r>
          </a:p>
          <a:p>
            <a:r>
              <a:rPr lang="en-US" dirty="0"/>
              <a:t>Pin-Free</a:t>
            </a:r>
          </a:p>
          <a:p>
            <a:r>
              <a:rPr lang="en-US" dirty="0"/>
              <a:t>Fixed-Free</a:t>
            </a:r>
          </a:p>
        </p:txBody>
      </p:sp>
    </p:spTree>
    <p:extLst>
      <p:ext uri="{BB962C8B-B14F-4D97-AF65-F5344CB8AC3E}">
        <p14:creationId xmlns:p14="http://schemas.microsoft.com/office/powerpoint/2010/main" val="1605643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B7D71-F341-F601-300A-A82655367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Mode 1 (Fixed-Free)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2714CE-7507-0B91-7DE8-1C67884210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1960"/>
            <a:ext cx="10515600" cy="4278668"/>
          </a:xfrm>
        </p:spPr>
      </p:pic>
    </p:spTree>
    <p:extLst>
      <p:ext uri="{BB962C8B-B14F-4D97-AF65-F5344CB8AC3E}">
        <p14:creationId xmlns:p14="http://schemas.microsoft.com/office/powerpoint/2010/main" val="3919053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E8537-8BFF-6406-5A4B-447946429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Mode 2 (Fixed-Free)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C4A08C-F561-7ABA-796C-ECF0CFFB59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1960"/>
            <a:ext cx="10515600" cy="4278668"/>
          </a:xfrm>
        </p:spPr>
      </p:pic>
    </p:spTree>
    <p:extLst>
      <p:ext uri="{BB962C8B-B14F-4D97-AF65-F5344CB8AC3E}">
        <p14:creationId xmlns:p14="http://schemas.microsoft.com/office/powerpoint/2010/main" val="392544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DF067-5DE8-E57E-076C-96D002FBF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Mode 3 (Fixed-Free)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B12202-743C-D4B8-03E2-FF8D63A640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1960"/>
            <a:ext cx="10515600" cy="4278668"/>
          </a:xfrm>
        </p:spPr>
      </p:pic>
    </p:spTree>
    <p:extLst>
      <p:ext uri="{BB962C8B-B14F-4D97-AF65-F5344CB8AC3E}">
        <p14:creationId xmlns:p14="http://schemas.microsoft.com/office/powerpoint/2010/main" val="2111922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67580-74CC-4D62-77E1-1C0215444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Mode 4 (Fixed-Free)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B3966E-2BCF-A684-03A2-EACA8323BC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1960"/>
            <a:ext cx="10515600" cy="4278668"/>
          </a:xfrm>
        </p:spPr>
      </p:pic>
    </p:spTree>
    <p:extLst>
      <p:ext uri="{BB962C8B-B14F-4D97-AF65-F5344CB8AC3E}">
        <p14:creationId xmlns:p14="http://schemas.microsoft.com/office/powerpoint/2010/main" val="3088885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8DE49-100D-C490-39B7-2A717C198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Mode 5 (Fixed-Free)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0A0187-F204-7D1E-3237-10A9F39BA9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1960"/>
            <a:ext cx="10515600" cy="4278668"/>
          </a:xfrm>
        </p:spPr>
      </p:pic>
    </p:spTree>
    <p:extLst>
      <p:ext uri="{BB962C8B-B14F-4D97-AF65-F5344CB8AC3E}">
        <p14:creationId xmlns:p14="http://schemas.microsoft.com/office/powerpoint/2010/main" val="3028348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18209-E70C-35B3-6195-29B4D4FBE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Mode 6 (Fixed-Free)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A4EFC0-BF57-0A51-94E5-7219D822D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1960"/>
            <a:ext cx="10515600" cy="4278668"/>
          </a:xfrm>
        </p:spPr>
      </p:pic>
    </p:spTree>
    <p:extLst>
      <p:ext uri="{BB962C8B-B14F-4D97-AF65-F5344CB8AC3E}">
        <p14:creationId xmlns:p14="http://schemas.microsoft.com/office/powerpoint/2010/main" val="3305461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686E6-47F2-8C6C-4A5A-2E2FB373D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(Fixed-Free)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74D7C9-637F-3A5E-DE7D-A4CE7F182557}"/>
              </a:ext>
            </a:extLst>
          </p:cNvPr>
          <p:cNvSpPr txBox="1"/>
          <p:nvPr/>
        </p:nvSpPr>
        <p:spPr>
          <a:xfrm>
            <a:off x="838200" y="1690688"/>
            <a:ext cx="34575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Mode: 1	Freq. 4.3078 HZ</a:t>
            </a:r>
          </a:p>
          <a:p>
            <a:r>
              <a:rPr lang="en-US" dirty="0"/>
              <a:t>Mode: 2	Freq. 4.3086 HZ</a:t>
            </a:r>
          </a:p>
          <a:p>
            <a:r>
              <a:rPr lang="en-US" dirty="0"/>
              <a:t>Mode: 3	Freq. 5.3914 HZ</a:t>
            </a:r>
          </a:p>
          <a:p>
            <a:r>
              <a:rPr lang="en-US" dirty="0"/>
              <a:t>Mode: 4	Freq. 5.4330 HZ</a:t>
            </a:r>
          </a:p>
          <a:p>
            <a:r>
              <a:rPr lang="en-US" dirty="0"/>
              <a:t>Mode: 5	Freq. 5.43330 HZ</a:t>
            </a:r>
          </a:p>
          <a:p>
            <a:r>
              <a:rPr lang="en-US" dirty="0"/>
              <a:t>Mode: 6	Freq. 5.6581 HZ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446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</Words>
  <Application>Microsoft Office PowerPoint</Application>
  <PresentationFormat>Widescreen</PresentationFormat>
  <Paragraphs>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Beam Model Progress</vt:lpstr>
      <vt:lpstr>Basic Model Development</vt:lpstr>
      <vt:lpstr>Adding point mass</vt:lpstr>
      <vt:lpstr>Adding load</vt:lpstr>
      <vt:lpstr>Modal Analysis</vt:lpstr>
      <vt:lpstr>Results: Mode 1 (Fixed-Free)</vt:lpstr>
      <vt:lpstr>Results: Mode 2 (Fixed-Free)</vt:lpstr>
      <vt:lpstr>Results: Mode 3 (Fixed-Free)</vt:lpstr>
      <vt:lpstr>Results: Mode 4 (Fixed-Free)</vt:lpstr>
      <vt:lpstr>Results: Mode 5 (Fixed-Free)</vt:lpstr>
      <vt:lpstr>Results: Mode 6 (Fixed-Free)</vt:lpstr>
      <vt:lpstr>Summary (Fixed-Free)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Yasin Arafat</dc:creator>
  <cp:lastModifiedBy>Yasin Arafat</cp:lastModifiedBy>
  <cp:revision>3</cp:revision>
  <dcterms:created xsi:type="dcterms:W3CDTF">2024-09-22T05:21:39Z</dcterms:created>
  <dcterms:modified xsi:type="dcterms:W3CDTF">2024-09-22T08:28:13Z</dcterms:modified>
</cp:coreProperties>
</file>